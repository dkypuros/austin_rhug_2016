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94560"/>
            <a:ext cx="164592" cy="23774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BA3AF"/>
                </a:solidFill>
                <a:latin typeface="Helvetica Neue"/>
              </a:rPr>
              <a:t>AUSTIN RHUG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  <a:latin typeface="Helvetica Neue"/>
              </a:rPr>
              <a:t>From NVIDIA NGC to Red Hat OpenShift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BA3AF"/>
                </a:solidFill>
                <a:latin typeface="Helvetica Neue"/>
              </a:rPr>
              <a:t>Evaluate hosted models, then promote your app onto your own GPU
with a single GitOps configuration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BA3AF"/>
                </a:solidFill>
                <a:latin typeface="Helvetica Neue"/>
              </a:rPr>
              <a:t>17 short videos · click each thumbnail to watch on YouTube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BA3AF"/>
                </a:solidFill>
                <a:latin typeface="Helvetica Neue"/>
              </a:rPr>
              <a:t>github.com/dkypuros/austin_rhug_2016  ·  issues #1 (chat) and #2 (RAG)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1 — Browse NVIDIA NGC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1_ngc-catalog-browse.mp4</a:t>
            </a:r>
          </a:p>
        </p:txBody>
      </p:sp>
      <p:pic>
        <p:nvPicPr>
          <p:cNvPr id="6" name="Picture 5" descr="1_ngc-catalog-brow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Open catalog.ngc.nvidia.com to evaluate hosted models. The same client we'll build talks OpenAI-compatible JSON to either NGC or our own cluster.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1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2 — Workspace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2_terminal-pwd-setup.mp4</a:t>
            </a:r>
          </a:p>
        </p:txBody>
      </p:sp>
      <p:pic>
        <p:nvPicPr>
          <p:cNvPr id="6" name="Picture 5" descr="2_terminal-pwd-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Fresh terminal, working directory at austin_rhug_2026. Nothing in the harness yet — clean slate.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2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3 — Security review of the harness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3_harness-security-review.mp4</a:t>
            </a:r>
          </a:p>
        </p:txBody>
      </p:sp>
      <p:pic>
        <p:nvPicPr>
          <p:cNvPr id="6" name="Picture 5" descr="3_harness-security-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Claude reviews docs/access.md and .gitignore for secret-handling risk before any code lands. Sets the bar: no .env_* in git, ever.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3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4 — Claude Code launches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4_claude-code-launch.mp4</a:t>
            </a:r>
          </a:p>
        </p:txBody>
      </p:sp>
      <p:pic>
        <p:nvPicPr>
          <p:cNvPr id="6" name="Picture 5" descr="4_claude-code-lau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Bring up Claude Code (Opus 4.7) inside the project. Plan: build app + tests + manifests against a real RHOAI cluster.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4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5 — First push to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5_initial-push-to-github.mp4</a:t>
            </a:r>
          </a:p>
        </p:txBody>
      </p:sp>
      <p:pic>
        <p:nvPicPr>
          <p:cNvPr id="6" name="Picture 5" descr="5_initial-push-to-git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Architect/critic review pass, secret-scan green, kustomize/YAML validated. Small initial harness gets committed and pushed.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5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6 — Repo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6_github-repo-overview.mp4</a:t>
            </a:r>
          </a:p>
        </p:txBody>
      </p:sp>
      <p:pic>
        <p:nvPicPr>
          <p:cNvPr id="6" name="Picture 5" descr="6_github-repo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github.com/dkypuros/austin_rhug_2016 — apps/, docs/, gitops/argocd/, tekton/, .env_*.example, harness CLAUDE.md. The skeleton the demo will grow into.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6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7 — Tag v0.1.0 and push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7_tag-and-push-v0.1.0.mp4</a:t>
            </a:r>
          </a:p>
        </p:txBody>
      </p:sp>
      <p:pic>
        <p:nvPicPr>
          <p:cNvPr id="6" name="Picture 5" descr="7_tag-and-push-v0.1.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Cut the first release tag and push README + manifests for the sample app. Establishes the GitOps source of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7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8 — Sample app live on the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8_sample-app-deployed.mp4</a:t>
            </a:r>
          </a:p>
        </p:txBody>
      </p:sp>
      <p:pic>
        <p:nvPicPr>
          <p:cNvPr id="6" name="Picture 5" descr="8_sample-app-deploy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Namespace composer-ai-apps-demo, ConfigMap + Secret + Deployment + Route created. End-to-end smoke test returns a real Llama-3.1-8B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8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9 — OpenShift Route accepted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9_openshift-route-accepted.mp4</a:t>
            </a:r>
          </a:p>
        </p:txBody>
      </p:sp>
      <p:pic>
        <p:nvPicPr>
          <p:cNvPr id="6" name="Picture 5" descr="9_openshift-route-accep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Verify in the OCP console: Routes → sample-chat → Accepted. The browser-facing URL we'll demo against is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9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10 — Local vs origin diff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10_local-vs-origin-diff.mp4</a:t>
            </a:r>
          </a:p>
        </p:txBody>
      </p:sp>
      <p:pic>
        <p:nvPicPr>
          <p:cNvPr id="6" name="Picture 5" descr="10_local-vs-origin-dif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RHOAI Reference docs and the sample app exist locally but aren't on origin/main yet. Surfaces the need to push so the demo is reproducible.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10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11 — Backend architecture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11_backend-architecture-qa.mp4</a:t>
            </a:r>
          </a:p>
        </p:txBody>
      </p:sp>
      <p:pic>
        <p:nvPicPr>
          <p:cNvPr id="6" name="Picture 5" descr="11_backend-architecture-q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Walk through app/server.py: POST /chat, three env vars (URL/APIKEY/MODELNAME), forwards to /chat/completions upstream. The swap surface.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11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12 — Argo CD + Tekton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12_gitops-tekton-verified.mp4</a:t>
            </a:r>
          </a:p>
        </p:txBody>
      </p:sp>
      <p:pic>
        <p:nvPicPr>
          <p:cNvPr id="6" name="Picture 5" descr="12_gitops-tekton-verifi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Argo CD Application Synced/Healthy, Tekton PipelineRun Succeeded, Deployments rolled out. The pipeline that owns the demo app from now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12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13 — curl the in-cluster vLLM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13_curl-vllm-verification.mp4</a:t>
            </a:r>
          </a:p>
        </p:txBody>
      </p:sp>
      <p:pic>
        <p:nvPicPr>
          <p:cNvPr id="6" name="Picture 5" descr="13_curl-vllm-verifi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HTTP 200 from /v1/chat/completions on vllm-composer-ai-apps. Granite 3.0 8B Instruct, served from the GPU node, OpenAI-compatible.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13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14 — Frontend now on the on-cluster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14_live-frontend-vllm-swap.mp4</a:t>
            </a:r>
          </a:p>
        </p:txBody>
      </p:sp>
      <p:pic>
        <p:nvPicPr>
          <p:cNvPr id="6" name="Picture 5" descr="14_live-frontend-vllm-sw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Same Next.js page, no code change — backend pill flips to vllm-composer-ai-apps and model: vllm. The promotion moment.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14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15 — Issue #2 follow-up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15_issue-2-followup-prompt.mp4</a:t>
            </a:r>
          </a:p>
        </p:txBody>
      </p:sp>
      <p:pic>
        <p:nvPicPr>
          <p:cNvPr id="6" name="Picture 5" descr="15_issue-2-followup-prom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Plan the next beat: add embeddings + reranking on the same env-var seam. Tracked in GitHub issue #2.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15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16 — RAG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16_rag-walkthrough-pills.mp4</a:t>
            </a:r>
          </a:p>
        </p:txBody>
      </p:sp>
      <p:pic>
        <p:nvPicPr>
          <p:cNvPr id="6" name="Picture 5" descr="16_rag-walkthrough-pil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Three pills appear: chat (vllm), embed (nv-embedqa-e5-v5), rerank (llama-3.2-nv-rerankqa-1b-v2). Same backend, retrieval lane added.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16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5F5F5"/>
                </a:solidFill>
                <a:latin typeface="Helvetica Neue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Helvetica Neue"/>
              </a:rPr>
              <a:t>Step 17 — Discover the reranker on build.nvidia.com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070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17_nvidia-rerank-search.mp4</a:t>
            </a:r>
          </a:p>
        </p:txBody>
      </p:sp>
      <p:pic>
        <p:nvPicPr>
          <p:cNvPr id="6" name="Picture 5" descr="17_nvidia-rerank-se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WHAT YOU'RE WATCHING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3317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Helvetica Neue"/>
              </a:rPr>
              <a:t>Two NIM hits for Llama 3.2 NV-RerankQA — the reranker and the embedder. Closes the loop: hosted NIMs available, ready to promote on-cluster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A3AF"/>
                </a:solidFill>
                <a:latin typeface="Helvetica Neue"/>
              </a:rPr>
              <a:t>▶   YouTube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Helvetica Neue"/>
              </a:rPr>
              <a:t>(paste URL here after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BA3AF"/>
                </a:solidFill>
                <a:latin typeface="Helvetica Neue"/>
              </a:rPr>
              <a:t>Austin RHUG · 2026 — Step 17 of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BA3AF"/>
                </a:solidFill>
                <a:latin typeface="Helvetica Neue"/>
              </a:rPr>
              <a:t>github.com/dkypuros/austin_rhug_2016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BA3AF"/>
                </a:solidFill>
                <a:latin typeface="Helvetica Neue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Helvetica Neue"/>
              </a:rPr>
              <a:t>One client. Two backends. One commit between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F5F5"/>
                </a:solidFill>
                <a:latin typeface="Helvetica Neue"/>
              </a:rPr>
              <a:t>•  Same OpenAI-compatible client — three env vars choose the backend.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94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F5F5"/>
                </a:solidFill>
                <a:latin typeface="Helvetica Neue"/>
              </a:rPr>
              <a:t>•  NVIDIA NGC for evaluation; in-cluster vLLM (Granite on RHOAI) for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F5F5"/>
                </a:solidFill>
                <a:latin typeface="Helvetica Neue"/>
              </a:rPr>
              <a:t>•  Argo CD owns the swap; same Route, same UI, no code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F5F5"/>
                </a:solidFill>
                <a:latin typeface="Helvetica Neue"/>
              </a:rPr>
              <a:t>•  Issue #2 extends the same seam to embeddings + reranking for full RAG.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BA3AF"/>
                </a:solidFill>
                <a:latin typeface="Helvetica Neue"/>
              </a:rPr>
              <a:t>github.com/dkypuros/austin_rhug_2016 · issues #1 and #2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